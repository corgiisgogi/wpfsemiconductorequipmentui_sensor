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FB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200" kern="0" dirty="0">
                <a:solidFill>
                  <a:srgbClr val="155FB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4 · 구현 — 핵심 기능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7512" y="73152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위험 엔진 (Risk Engine)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센서값을 임계값과 비교해 위험을 누적·판정하고,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한도 도달 시 공정을 자동 종료합니다.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112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임계 평가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압력·진동·온도·습도를 설정 임계값과 비교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9900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9535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슬라이딩 윈도우 누적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2644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RiskWindowSeconds(기본 60초) 내 위험 이벤트를 누적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313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794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종료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1056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누적이 한도(기본 2회) 도달 시 공정 정지 + 경고 램프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6725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55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672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6360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노이즈 방지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94690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해제 디바운스 / 값 정지(stale) 시 누적 보류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44998" y="897941"/>
            <a:ext cx="6366967" cy="4060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../스크린샷 2026-06-11 093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3754" y="996696"/>
            <a:ext cx="6169457" cy="3863482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304434" y="5118811"/>
            <a:ext cx="6308446" cy="56692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2"/>
          <p:cNvSpPr/>
          <p:nvPr/>
        </p:nvSpPr>
        <p:spPr>
          <a:xfrm>
            <a:off x="5244998" y="5118811"/>
            <a:ext cx="64008" cy="56692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6" name="Text 23"/>
          <p:cNvSpPr/>
          <p:nvPr/>
        </p:nvSpPr>
        <p:spPr>
          <a:xfrm>
            <a:off x="5604358" y="5118811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진동 9.5 기준 초과 · 위험 카운트 2/2</a:t>
            </a:r>
            <a:pPr algn="l" indent="0" marL="0">
              <a:buNone/>
            </a:pPr>
            <a:r>
              <a:rPr lang="en-US" sz="1300" dirty="0">
                <a:solidFill>
                  <a:srgbClr val="D64545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→  공정 자동 정지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85800" y="6419088"/>
            <a:ext cx="10929823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반도체 장비 센서 제어 시스템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244023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반도체 장비 센서 제어 시스템</dc:title>
  <dc:subject>PptxGenJS Presentation</dc:subject>
  <dc:creator>팀(placeholder)</dc:creator>
  <cp:lastModifiedBy>팀(placeholder)</cp:lastModifiedBy>
  <cp:revision>1</cp:revision>
  <dcterms:created xsi:type="dcterms:W3CDTF">2026-06-11T01:49:17Z</dcterms:created>
  <dcterms:modified xsi:type="dcterms:W3CDTF">2026-06-11T01:49:17Z</dcterms:modified>
</cp:coreProperties>
</file>