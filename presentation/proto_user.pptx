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2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 spc="20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구현 — 핵심 기능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엔진 (Risk Engine)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센서값을 임계값과 비교해 위험을 누적·판정하고, </a:t>
            </a:r>
            <a:endParaRPr lang="en-US" sz="1400" dirty="0" smtClean="0">
              <a:solidFill>
                <a:srgbClr val="6B7280"/>
              </a:solidFill>
              <a:latin typeface="Pretendard Medium" pitchFamily="34" charset="0"/>
              <a:ea typeface="Pretendard Medium" pitchFamily="34" charset="-122"/>
              <a:cs typeface="Pretendard Medium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 err="1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한도</a:t>
            </a:r>
            <a:r>
              <a:rPr lang="en-US" sz="1400" dirty="0" smtClean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</a:t>
            </a: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도달 시 공정을 자동 종료합니다.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 평가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압력·진동·온도·습도를 설정 임계값과 비교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슬라이딩 윈도우 누적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2644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RiskWindowSeconds(기본 60초) 내 위험 이벤트를 누적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31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종료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1056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누적이 한도(기본 2회) 도달 시 공정 정지 + 경고 램프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72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노이즈 방지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9469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해제 디바운스 / 값 정지(stale) 시 누적 보류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5436" y="897622"/>
            <a:ext cx="6367444" cy="40571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0" descr="../스크린샷 2026-06-11 093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471" y="1006679"/>
            <a:ext cx="6173113" cy="3865771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611" y="5119338"/>
            <a:ext cx="6308269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0603" y="5119338"/>
            <a:ext cx="64008" cy="5669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685" y="511933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진동 9.5 기준 초과 · 위험 카운트 2/2</a:t>
            </a:r>
            <a:r>
              <a:rPr lang="en-US" sz="1300" dirty="0">
                <a:solidFill>
                  <a:srgbClr val="D6454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→  공정 자동 정지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</Words>
  <Application>Microsoft Office PowerPoint</Application>
  <PresentationFormat>와이드스크린</PresentationFormat>
  <Paragraphs>20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Pretendard</vt:lpstr>
      <vt:lpstr>Pretendard Medium</vt:lpstr>
      <vt:lpstr>Pretendard SemiBold</vt:lpstr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장비 센서 제어 시스템</dc:title>
  <dc:subject>PptxGenJS Presentation</dc:subject>
  <dc:creator>팀(placeholder)</dc:creator>
  <cp:lastModifiedBy>User</cp:lastModifiedBy>
  <cp:revision>2</cp:revision>
  <dcterms:created xsi:type="dcterms:W3CDTF">2026-06-11T01:37:20Z</dcterms:created>
  <dcterms:modified xsi:type="dcterms:W3CDTF">2026-06-11T01:40:58Z</dcterms:modified>
</cp:coreProperties>
</file>